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inical_pipeline_master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11825935" cy="6492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